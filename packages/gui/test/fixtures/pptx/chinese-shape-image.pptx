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914400" y="914400"/>
            <a:ext cx="5486400" cy="1828800"/>
          </a:xfrm>
          <a:prstGeom prst="rect">
            <a:avLst/>
          </a:prstGeom>
          <a:solidFill>
            <a:srgbClr val="008C95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3200"/>
            </a:pPr>
            <a:r>
              <a:t>PPTX 中文内容验证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ictur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914400"/>
            <a:ext cx="1828800" cy="18288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914400" y="3657600"/>
            <a:ext cx="54864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第二页图片与文字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